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Gelasio Semi Bold"/>
      <p:regular r:id="rId20"/>
    </p:embeddedFont>
    <p:embeddedFont>
      <p:font typeface="Gelasio Semi Bold"/>
      <p:regular r:id="rId21"/>
    </p:embeddedFont>
    <p:embeddedFont>
      <p:font typeface="Gelasio Semi Bold"/>
      <p:regular r:id="rId22"/>
    </p:embeddedFont>
    <p:embeddedFont>
      <p:font typeface="Gelasio Semi Bold"/>
      <p:regular r:id="rId23"/>
    </p:embeddedFont>
    <p:embeddedFont>
      <p:font typeface="Gelasio"/>
      <p:regular r:id="rId24"/>
    </p:embeddedFont>
    <p:embeddedFont>
      <p:font typeface="Gelasio"/>
      <p:regular r:id="rId25"/>
    </p:embeddedFont>
    <p:embeddedFont>
      <p:font typeface="Gelasio"/>
      <p:regular r:id="rId26"/>
    </p:embeddedFont>
    <p:embeddedFont>
      <p:font typeface="Gelasio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318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661" y="560784"/>
            <a:ext cx="9545479" cy="127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Vision-Voice: Smart Assistant for the Visually Impaired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3661" y="2141101"/>
            <a:ext cx="954547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13661" y="2696647"/>
            <a:ext cx="954547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661" y="3252192"/>
            <a:ext cx="954547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661" y="3807738"/>
            <a:ext cx="954547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661" y="4363283"/>
            <a:ext cx="954547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661" y="4918829"/>
            <a:ext cx="954547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3661" y="5703689"/>
            <a:ext cx="458748" cy="45874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39" y="5741849"/>
            <a:ext cx="305872" cy="3823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6243" y="5703689"/>
            <a:ext cx="2549009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Team Members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376243" y="6144578"/>
            <a:ext cx="400823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P. Sai Pavan, T. Vaibhavi, N. Mallesh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588318" y="5703689"/>
            <a:ext cx="458748" cy="45874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696" y="5741849"/>
            <a:ext cx="305872" cy="3823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0900" y="5703689"/>
            <a:ext cx="2549009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Guide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250900" y="6144578"/>
            <a:ext cx="400823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P. Swathi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13661" y="6903958"/>
            <a:ext cx="458748" cy="45874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39" y="6942118"/>
            <a:ext cx="305872" cy="3823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6243" y="6903958"/>
            <a:ext cx="2549009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1376243" y="7344847"/>
            <a:ext cx="8882896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March 24,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204" y="382786"/>
            <a:ext cx="3480316" cy="43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3771" y="1096089"/>
            <a:ext cx="15240" cy="6753344"/>
          </a:xfrm>
          <a:prstGeom prst="roundRect">
            <a:avLst>
              <a:gd name="adj" fmla="val 137025"/>
            </a:avLst>
          </a:prstGeom>
          <a:solidFill>
            <a:srgbClr val="D4CEC3"/>
          </a:solidFill>
          <a:ln/>
        </p:spPr>
      </p:sp>
      <p:sp>
        <p:nvSpPr>
          <p:cNvPr id="4" name="Shape 2"/>
          <p:cNvSpPr/>
          <p:nvPr/>
        </p:nvSpPr>
        <p:spPr>
          <a:xfrm>
            <a:off x="785098" y="1401604"/>
            <a:ext cx="417552" cy="15240"/>
          </a:xfrm>
          <a:prstGeom prst="roundRect">
            <a:avLst>
              <a:gd name="adj" fmla="val 137025"/>
            </a:avLst>
          </a:prstGeom>
          <a:solidFill>
            <a:srgbClr val="D4CEC3"/>
          </a:solidFill>
          <a:ln/>
        </p:spPr>
      </p:sp>
      <p:sp>
        <p:nvSpPr>
          <p:cNvPr id="5" name="Shape 3"/>
          <p:cNvSpPr/>
          <p:nvPr/>
        </p:nvSpPr>
        <p:spPr>
          <a:xfrm>
            <a:off x="487204" y="1252657"/>
            <a:ext cx="313134" cy="313134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13" y="1278731"/>
            <a:ext cx="208717" cy="2609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9810" y="1235273"/>
            <a:ext cx="2088237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39810" y="1579721"/>
            <a:ext cx="128033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5098" y="2386251"/>
            <a:ext cx="417552" cy="15240"/>
          </a:xfrm>
          <a:prstGeom prst="roundRect">
            <a:avLst>
              <a:gd name="adj" fmla="val 137025"/>
            </a:avLst>
          </a:prstGeom>
          <a:solidFill>
            <a:srgbClr val="D4CEC3"/>
          </a:solidFill>
          <a:ln/>
        </p:spPr>
      </p:sp>
      <p:sp>
        <p:nvSpPr>
          <p:cNvPr id="10" name="Shape 7"/>
          <p:cNvSpPr/>
          <p:nvPr/>
        </p:nvSpPr>
        <p:spPr>
          <a:xfrm>
            <a:off x="487204" y="2237303"/>
            <a:ext cx="313134" cy="313134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13" y="2263378"/>
            <a:ext cx="208717" cy="2609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39810" y="2219920"/>
            <a:ext cx="2303978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Implementation Goals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39810" y="2564368"/>
            <a:ext cx="128033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5098" y="3370897"/>
            <a:ext cx="417552" cy="15240"/>
          </a:xfrm>
          <a:prstGeom prst="roundRect">
            <a:avLst>
              <a:gd name="adj" fmla="val 137025"/>
            </a:avLst>
          </a:prstGeom>
          <a:solidFill>
            <a:srgbClr val="D4CEC3"/>
          </a:solidFill>
          <a:ln/>
        </p:spPr>
      </p:sp>
      <p:sp>
        <p:nvSpPr>
          <p:cNvPr id="15" name="Shape 11"/>
          <p:cNvSpPr/>
          <p:nvPr/>
        </p:nvSpPr>
        <p:spPr>
          <a:xfrm>
            <a:off x="487204" y="3221950"/>
            <a:ext cx="313134" cy="313134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13" y="3248025"/>
            <a:ext cx="208717" cy="2609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39810" y="3204567"/>
            <a:ext cx="3289578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Architecture and Design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39810" y="3549015"/>
            <a:ext cx="128033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85098" y="4355544"/>
            <a:ext cx="417552" cy="15240"/>
          </a:xfrm>
          <a:prstGeom prst="roundRect">
            <a:avLst>
              <a:gd name="adj" fmla="val 137025"/>
            </a:avLst>
          </a:prstGeom>
          <a:solidFill>
            <a:srgbClr val="D4CEC3"/>
          </a:solidFill>
          <a:ln/>
        </p:spPr>
      </p:sp>
      <p:sp>
        <p:nvSpPr>
          <p:cNvPr id="20" name="Shape 15"/>
          <p:cNvSpPr/>
          <p:nvPr/>
        </p:nvSpPr>
        <p:spPr>
          <a:xfrm>
            <a:off x="487204" y="4206597"/>
            <a:ext cx="313134" cy="313134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13" y="4232672"/>
            <a:ext cx="208717" cy="2609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39810" y="4189214"/>
            <a:ext cx="2468404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Workflow/Methodology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339810" y="4533662"/>
            <a:ext cx="128033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85098" y="5340191"/>
            <a:ext cx="417552" cy="15240"/>
          </a:xfrm>
          <a:prstGeom prst="roundRect">
            <a:avLst>
              <a:gd name="adj" fmla="val 137025"/>
            </a:avLst>
          </a:prstGeom>
          <a:solidFill>
            <a:srgbClr val="D4CEC3"/>
          </a:solidFill>
          <a:ln/>
        </p:spPr>
      </p:sp>
      <p:sp>
        <p:nvSpPr>
          <p:cNvPr id="25" name="Shape 19"/>
          <p:cNvSpPr/>
          <p:nvPr/>
        </p:nvSpPr>
        <p:spPr>
          <a:xfrm>
            <a:off x="487204" y="5191244"/>
            <a:ext cx="313134" cy="313134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13" y="5217319"/>
            <a:ext cx="208717" cy="26098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39810" y="5173861"/>
            <a:ext cx="2088237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Results 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339810" y="5518309"/>
            <a:ext cx="128033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5098" y="6324838"/>
            <a:ext cx="417552" cy="15240"/>
          </a:xfrm>
          <a:prstGeom prst="roundRect">
            <a:avLst>
              <a:gd name="adj" fmla="val 137025"/>
            </a:avLst>
          </a:prstGeom>
          <a:solidFill>
            <a:srgbClr val="D4CEC3"/>
          </a:solidFill>
          <a:ln/>
        </p:spPr>
      </p:sp>
      <p:sp>
        <p:nvSpPr>
          <p:cNvPr id="30" name="Shape 23"/>
          <p:cNvSpPr/>
          <p:nvPr/>
        </p:nvSpPr>
        <p:spPr>
          <a:xfrm>
            <a:off x="487204" y="6175891"/>
            <a:ext cx="313134" cy="313134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13" y="6201966"/>
            <a:ext cx="208717" cy="26098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39810" y="6158508"/>
            <a:ext cx="2088237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1339810" y="6502956"/>
            <a:ext cx="128033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85098" y="7309485"/>
            <a:ext cx="417552" cy="15240"/>
          </a:xfrm>
          <a:prstGeom prst="roundRect">
            <a:avLst>
              <a:gd name="adj" fmla="val 137025"/>
            </a:avLst>
          </a:prstGeom>
          <a:solidFill>
            <a:srgbClr val="D4CEC3"/>
          </a:solidFill>
          <a:ln/>
        </p:spPr>
      </p:sp>
      <p:sp>
        <p:nvSpPr>
          <p:cNvPr id="35" name="Shape 27"/>
          <p:cNvSpPr/>
          <p:nvPr/>
        </p:nvSpPr>
        <p:spPr>
          <a:xfrm>
            <a:off x="487204" y="7160538"/>
            <a:ext cx="313134" cy="313134"/>
          </a:xfrm>
          <a:prstGeom prst="roundRect">
            <a:avLst>
              <a:gd name="adj" fmla="val 6669"/>
            </a:avLst>
          </a:prstGeom>
          <a:solidFill>
            <a:srgbClr val="EEE8D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13" y="7186613"/>
            <a:ext cx="208717" cy="26098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39810" y="7143155"/>
            <a:ext cx="2088237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1339810" y="7487603"/>
            <a:ext cx="1280338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61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4042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222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44409"/>
            <a:ext cx="425148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AI-Powered Object Detection: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501991"/>
            <a:ext cx="425148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Utilizes YOLO-V8 and EfficientNet to detect objects in real-time using a web-application. OpenCV processes the video feed, and Google Text-to-Speech (TTS) provides instant audio feedback, enhancing indoor navigation for visually impaired users.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606296" y="3844409"/>
            <a:ext cx="397811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Voice Navigation System: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06296" y="4501991"/>
            <a:ext cx="397811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Android app integrates Google Voice Recognition and Google Maps API to provide voice-based navigation. Users state their destination, and step-by-step audio guidance ensures independent outdoor mobility with optional obstacle alerts and offline navigation support.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145435" y="3844409"/>
            <a:ext cx="37061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SOS Emergency Alert System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145435" y="4501991"/>
            <a:ext cx="3706177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dedicated SOS button enables users to send their live location and an emergency message to selected contacts. Features include auto-calling emergency contacts, live location sharing, and potential fall detection for enhanced safety and rapid response.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686" y="570309"/>
            <a:ext cx="5721072" cy="647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Implementation Goals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5686" y="1632823"/>
            <a:ext cx="1317902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5686" y="2197656"/>
            <a:ext cx="1317902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5686" y="2762488"/>
            <a:ext cx="13179028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273" y="3327321"/>
            <a:ext cx="518279" cy="5182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5686" y="4052888"/>
            <a:ext cx="3061454" cy="82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Object Detection: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5686" y="5006578"/>
            <a:ext cx="3061454" cy="2321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Ensure fast and accurate object recognition using YOLO-V8 and EfficientNet. The system should provide instant audio feedback through Google Text-to-Speech (TTS) for seamless interaction in indoor environments.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719" y="3327321"/>
            <a:ext cx="518279" cy="5182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98131" y="4052888"/>
            <a:ext cx="3061573" cy="82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Seamless Voice Navigation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098131" y="5006578"/>
            <a:ext cx="3061573" cy="265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 Google Voice Recognition and Google Maps API to offer hands-free navigation. The system should deliver real-time step-by-step directions with obstacle avoidance to assist visually impaired users.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283" y="3327321"/>
            <a:ext cx="518279" cy="51827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70696" y="4052888"/>
            <a:ext cx="3061454" cy="82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Reliable SOS Emergency System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470696" y="5006578"/>
            <a:ext cx="3061454" cy="2321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 quick-access SOS feature that sends live location and emergency alerts to pre-selected contacts. Ensure low-latency message delivery and possible fall detection integration for enhanced user safety.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4728" y="3327321"/>
            <a:ext cx="518279" cy="51827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43141" y="4052888"/>
            <a:ext cx="3061573" cy="82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User-Friendly and Accessible Design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10843141" y="5006578"/>
            <a:ext cx="3061573" cy="2321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 an intuitive UI for both the web and mobile applications, ensuring high accessibility with voice commands, simple navigation, and responsive design to cater to users with visual impairments.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234" y="423743"/>
            <a:ext cx="6070640" cy="48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Architecture and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12589" y="1213485"/>
            <a:ext cx="22860" cy="6603921"/>
          </a:xfrm>
          <a:prstGeom prst="roundRect">
            <a:avLst>
              <a:gd name="adj" fmla="val 101112"/>
            </a:avLst>
          </a:prstGeom>
          <a:solidFill>
            <a:srgbClr val="D4CEC3"/>
          </a:solidFill>
          <a:ln/>
        </p:spPr>
      </p:sp>
      <p:sp>
        <p:nvSpPr>
          <p:cNvPr id="4" name="Shape 2"/>
          <p:cNvSpPr/>
          <p:nvPr/>
        </p:nvSpPr>
        <p:spPr>
          <a:xfrm>
            <a:off x="863084" y="1548765"/>
            <a:ext cx="462201" cy="22860"/>
          </a:xfrm>
          <a:prstGeom prst="roundRect">
            <a:avLst>
              <a:gd name="adj" fmla="val 101112"/>
            </a:avLst>
          </a:prstGeom>
          <a:solidFill>
            <a:srgbClr val="D4CEC3"/>
          </a:solidFill>
          <a:ln/>
        </p:spPr>
      </p:sp>
      <p:sp>
        <p:nvSpPr>
          <p:cNvPr id="5" name="Shape 3"/>
          <p:cNvSpPr/>
          <p:nvPr/>
        </p:nvSpPr>
        <p:spPr>
          <a:xfrm>
            <a:off x="539234" y="1386840"/>
            <a:ext cx="346710" cy="34671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039" y="1415772"/>
            <a:ext cx="231100" cy="2888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3043" y="1367552"/>
            <a:ext cx="2939177" cy="30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1️⃣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Modular 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83043" y="1764030"/>
            <a:ext cx="1260812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system is divided into two main components: a web application (Flask-based) for object detection and a mobile application (Android-based) for navigation and SOS alerts. Each module operates independently while communicating efficiently.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3084" y="2900363"/>
            <a:ext cx="462201" cy="22860"/>
          </a:xfrm>
          <a:prstGeom prst="roundRect">
            <a:avLst>
              <a:gd name="adj" fmla="val 101112"/>
            </a:avLst>
          </a:prstGeom>
          <a:solidFill>
            <a:srgbClr val="D4CEC3"/>
          </a:solidFill>
          <a:ln/>
        </p:spPr>
      </p:sp>
      <p:sp>
        <p:nvSpPr>
          <p:cNvPr id="10" name="Shape 7"/>
          <p:cNvSpPr/>
          <p:nvPr/>
        </p:nvSpPr>
        <p:spPr>
          <a:xfrm>
            <a:off x="539234" y="2738437"/>
            <a:ext cx="346710" cy="34671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39" y="2767370"/>
            <a:ext cx="231100" cy="2888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3043" y="2719149"/>
            <a:ext cx="3930134" cy="30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2️⃣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Machine Learning Integration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483043" y="3115628"/>
            <a:ext cx="1260812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backend leverages YOLO-V8 and EfficientNet for real-time object detection. OpenCV processes camera input, while Google TTS converts recognized objects into audio feedback for visually impaired users.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63084" y="4251960"/>
            <a:ext cx="462201" cy="22860"/>
          </a:xfrm>
          <a:prstGeom prst="roundRect">
            <a:avLst>
              <a:gd name="adj" fmla="val 101112"/>
            </a:avLst>
          </a:prstGeom>
          <a:solidFill>
            <a:srgbClr val="D4CEC3"/>
          </a:solidFill>
          <a:ln/>
        </p:spPr>
      </p:sp>
      <p:sp>
        <p:nvSpPr>
          <p:cNvPr id="15" name="Shape 11"/>
          <p:cNvSpPr/>
          <p:nvPr/>
        </p:nvSpPr>
        <p:spPr>
          <a:xfrm>
            <a:off x="539234" y="4090035"/>
            <a:ext cx="346710" cy="34671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39" y="4118967"/>
            <a:ext cx="231100" cy="28884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3043" y="4070747"/>
            <a:ext cx="3607832" cy="30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3️⃣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Cloud and API Connectivity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83043" y="4467225"/>
            <a:ext cx="1260812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Google Voice Recognition API processes user commands, while Google Maps API enables step-by-step navigation. The SOS system sends emergency alerts with live location via SMS or cloud messaging services.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63084" y="5603558"/>
            <a:ext cx="462201" cy="22860"/>
          </a:xfrm>
          <a:prstGeom prst="roundRect">
            <a:avLst>
              <a:gd name="adj" fmla="val 101112"/>
            </a:avLst>
          </a:prstGeom>
          <a:solidFill>
            <a:srgbClr val="D4CEC3"/>
          </a:solidFill>
          <a:ln/>
        </p:spPr>
      </p:sp>
      <p:sp>
        <p:nvSpPr>
          <p:cNvPr id="20" name="Shape 15"/>
          <p:cNvSpPr/>
          <p:nvPr/>
        </p:nvSpPr>
        <p:spPr>
          <a:xfrm>
            <a:off x="539234" y="5441633"/>
            <a:ext cx="346710" cy="34671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39" y="5470565"/>
            <a:ext cx="231100" cy="28884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3043" y="5422344"/>
            <a:ext cx="4367927" cy="30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4️⃣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User Interaction and Accessibility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483043" y="5818823"/>
            <a:ext cx="1260812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system employs voice commands and audio responses for an intuitive, hands-free experience. The UI is designed with high-contrast elements and accessibility features to accommodate visually impaired users.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63084" y="6955155"/>
            <a:ext cx="462201" cy="22860"/>
          </a:xfrm>
          <a:prstGeom prst="roundRect">
            <a:avLst>
              <a:gd name="adj" fmla="val 101112"/>
            </a:avLst>
          </a:prstGeom>
          <a:solidFill>
            <a:srgbClr val="D4CEC3"/>
          </a:solidFill>
          <a:ln/>
        </p:spPr>
      </p:sp>
      <p:sp>
        <p:nvSpPr>
          <p:cNvPr id="25" name="Shape 19"/>
          <p:cNvSpPr/>
          <p:nvPr/>
        </p:nvSpPr>
        <p:spPr>
          <a:xfrm>
            <a:off x="539234" y="6793230"/>
            <a:ext cx="346710" cy="34671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39" y="6822162"/>
            <a:ext cx="231100" cy="28884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3043" y="6773942"/>
            <a:ext cx="3156228" cy="30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5️⃣</a:t>
            </a:r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Efficient Data Handling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483043" y="7170420"/>
            <a:ext cx="1260812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Flask server handles object detection requests and image processing, while the Android app manages navigation and emergency alerts, ensuring optimized performance and low latency across both platforms.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972" y="421838"/>
            <a:ext cx="4122301" cy="479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Architecture Diagram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972" y="1208127"/>
            <a:ext cx="8822531" cy="66003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960" y="494943"/>
            <a:ext cx="4500324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Workflow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2366" y="1417439"/>
            <a:ext cx="22860" cy="6317099"/>
          </a:xfrm>
          <a:prstGeom prst="roundRect">
            <a:avLst>
              <a:gd name="adj" fmla="val 118122"/>
            </a:avLst>
          </a:prstGeom>
          <a:solidFill>
            <a:srgbClr val="D4CEC3"/>
          </a:solidFill>
          <a:ln/>
        </p:spPr>
      </p:sp>
      <p:sp>
        <p:nvSpPr>
          <p:cNvPr id="4" name="Shape 2"/>
          <p:cNvSpPr/>
          <p:nvPr/>
        </p:nvSpPr>
        <p:spPr>
          <a:xfrm>
            <a:off x="1011972" y="1810822"/>
            <a:ext cx="539948" cy="22860"/>
          </a:xfrm>
          <a:prstGeom prst="roundRect">
            <a:avLst>
              <a:gd name="adj" fmla="val 118122"/>
            </a:avLst>
          </a:prstGeom>
          <a:solidFill>
            <a:srgbClr val="D4CEC3"/>
          </a:solidFill>
          <a:ln/>
        </p:spPr>
      </p:sp>
      <p:sp>
        <p:nvSpPr>
          <p:cNvPr id="5" name="Shape 3"/>
          <p:cNvSpPr/>
          <p:nvPr/>
        </p:nvSpPr>
        <p:spPr>
          <a:xfrm>
            <a:off x="629900" y="1619845"/>
            <a:ext cx="404932" cy="404932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349" y="1653540"/>
            <a:ext cx="269915" cy="337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2478" y="1597343"/>
            <a:ext cx="4395192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Image Acquisition &amp; Processing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732478" y="2042874"/>
            <a:ext cx="12267962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web application captures real-time images using OpenCV.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32478" y="2393871"/>
            <a:ext cx="12267962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These images are processed using YOLO-V8 and EfficientNet for accurate object detection.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1972" y="3435072"/>
            <a:ext cx="539948" cy="22860"/>
          </a:xfrm>
          <a:prstGeom prst="roundRect">
            <a:avLst>
              <a:gd name="adj" fmla="val 118122"/>
            </a:avLst>
          </a:prstGeom>
          <a:solidFill>
            <a:srgbClr val="D4CEC3"/>
          </a:solidFill>
          <a:ln/>
        </p:spPr>
      </p:sp>
      <p:sp>
        <p:nvSpPr>
          <p:cNvPr id="11" name="Shape 8"/>
          <p:cNvSpPr/>
          <p:nvPr/>
        </p:nvSpPr>
        <p:spPr>
          <a:xfrm>
            <a:off x="629900" y="3244096"/>
            <a:ext cx="404932" cy="404932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49" y="3277791"/>
            <a:ext cx="269915" cy="3374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2478" y="3221593"/>
            <a:ext cx="4830723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Object Recognition &amp; Speech Output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732478" y="3667125"/>
            <a:ext cx="12267962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Detected objects are identified and classified.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732478" y="4018121"/>
            <a:ext cx="12267962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Google Text-to-Speech (TTS) provides immediate audio feedback with object names and positions.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011972" y="5059323"/>
            <a:ext cx="539948" cy="22860"/>
          </a:xfrm>
          <a:prstGeom prst="roundRect">
            <a:avLst>
              <a:gd name="adj" fmla="val 118122"/>
            </a:avLst>
          </a:prstGeom>
          <a:solidFill>
            <a:srgbClr val="D4CEC3"/>
          </a:solidFill>
          <a:ln/>
        </p:spPr>
      </p:sp>
      <p:sp>
        <p:nvSpPr>
          <p:cNvPr id="17" name="Shape 13"/>
          <p:cNvSpPr/>
          <p:nvPr/>
        </p:nvSpPr>
        <p:spPr>
          <a:xfrm>
            <a:off x="629900" y="4868347"/>
            <a:ext cx="404932" cy="404932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49" y="4902041"/>
            <a:ext cx="269915" cy="33742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2478" y="4845844"/>
            <a:ext cx="5797510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Navigation &amp; Voice Command Integration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1732478" y="5291376"/>
            <a:ext cx="12267962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Android app records voice inputs using Google Voice Recognition.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732478" y="5642372"/>
            <a:ext cx="12267962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extracted destination is processed and sent to Google Maps for real-time navigation.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1011972" y="6683573"/>
            <a:ext cx="539948" cy="22860"/>
          </a:xfrm>
          <a:prstGeom prst="roundRect">
            <a:avLst>
              <a:gd name="adj" fmla="val 118122"/>
            </a:avLst>
          </a:prstGeom>
          <a:solidFill>
            <a:srgbClr val="D4CEC3"/>
          </a:solidFill>
          <a:ln/>
        </p:spPr>
      </p:sp>
      <p:sp>
        <p:nvSpPr>
          <p:cNvPr id="23" name="Shape 18"/>
          <p:cNvSpPr/>
          <p:nvPr/>
        </p:nvSpPr>
        <p:spPr>
          <a:xfrm>
            <a:off x="629900" y="6492597"/>
            <a:ext cx="404932" cy="404932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49" y="6526292"/>
            <a:ext cx="269915" cy="33742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32478" y="6470094"/>
            <a:ext cx="313336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Emergency SOS System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1732478" y="6915626"/>
            <a:ext cx="12267962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user can press an SOS button to send emergency alerts.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732478" y="7266623"/>
            <a:ext cx="12267962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system shares the current location and a predefined message with selected contacts for immediate assistance.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6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Work Completed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40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12112"/>
            <a:ext cx="453628" cy="453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292554"/>
            <a:ext cx="3005495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Model Training, Object Detection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4279225"/>
            <a:ext cx="30054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YOLO-V8 and EfficientNet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indoor object detection.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447228"/>
            <a:ext cx="30054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OpenCV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real-time image capture and processing.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446" y="2612112"/>
            <a:ext cx="453628" cy="453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39446" y="3292554"/>
            <a:ext cx="300561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Web Application Development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4139446" y="4279225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Flask-based web application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handle object detection.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139446" y="5447228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Google Text-to-Speech (TTS)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audio feedback to users.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139446" y="7034927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21" y="2612112"/>
            <a:ext cx="453628" cy="4536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85221" y="3292554"/>
            <a:ext cx="300561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Android App Implementation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7485221" y="4279225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voice-based navigation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using Google Voice Recognition and Google Maps.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485221" y="5810131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Integrated an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SOS emergency alert system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send real-time location updates.</a:t>
            </a:r>
            <a:endParaRPr lang="en-US" sz="1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997" y="2612112"/>
            <a:ext cx="453628" cy="4536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830997" y="3292554"/>
            <a:ext cx="3005614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Integration &amp; Testing</a:t>
            </a:r>
            <a:endParaRPr lang="en-US" sz="2650" dirty="0"/>
          </a:p>
        </p:txBody>
      </p:sp>
      <p:sp>
        <p:nvSpPr>
          <p:cNvPr id="19" name="Text 13"/>
          <p:cNvSpPr/>
          <p:nvPr/>
        </p:nvSpPr>
        <p:spPr>
          <a:xfrm>
            <a:off x="10830997" y="4704517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Successfully tested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 detection, speech output, and navigation features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10830997" y="6235422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Conducted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real-world testing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ensure system reliability and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821888"/>
            <a:ext cx="5582722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Results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526" y="1966317"/>
            <a:ext cx="1306734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1526" y="2574846"/>
            <a:ext cx="1306734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526" y="3183374"/>
            <a:ext cx="4355783" cy="893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4768" y="4411504"/>
            <a:ext cx="3909298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1️⃣</a:t>
            </a:r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Accurate Object Detection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4768" y="5397937"/>
            <a:ext cx="3909298" cy="178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YOLO-V8 model successfully detects and identifies objects in real-time with high accuracy, aiding visually impaired users in recognizing their surroundings.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09" y="3183374"/>
            <a:ext cx="4355783" cy="8932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0551" y="4411504"/>
            <a:ext cx="3909298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2️⃣</a:t>
            </a:r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Efficient Navigation ,Emergency Response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360551" y="5397937"/>
            <a:ext cx="3909298" cy="178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Android app delivers precise, step-by-step voice navigation using Google Maps, while the SOS alert system ensures user safety by instantly notifying emergency contacts.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091" y="3183374"/>
            <a:ext cx="4355783" cy="8932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6333" y="4411504"/>
            <a:ext cx="3909298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3️⃣</a:t>
            </a:r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User-Friendly &amp; Reliable System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9716333" y="5397937"/>
            <a:ext cx="3909298" cy="178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combined web and mobile applications create a smooth, AI-powered assistive tool, improving mobility, autonomy, and security for visually impaired users.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0774"/>
            <a:ext cx="82029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Implementation/Screenshots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31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112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77" y="3975259"/>
            <a:ext cx="4010382" cy="260842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10" y="3975259"/>
            <a:ext cx="2804041" cy="2608421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203" y="3975259"/>
            <a:ext cx="2725698" cy="2608421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4352" y="3975259"/>
            <a:ext cx="2706172" cy="26084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763429"/>
            <a:ext cx="5381625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Future Scope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3427" y="1866662"/>
            <a:ext cx="13123545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3427" y="2695337"/>
            <a:ext cx="484346" cy="484346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152" y="2735699"/>
            <a:ext cx="322898" cy="403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3039" y="2695337"/>
            <a:ext cx="5754529" cy="822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1️⃣</a:t>
            </a:r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Edge Computing for Faster Processing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453039" y="3646884"/>
            <a:ext cx="5754529" cy="1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Implementing on-device AI processing can reduce latency and improve real-time object detection, making the system more efficient without relying on cloud services.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2833" y="2695337"/>
            <a:ext cx="484346" cy="484346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557" y="2735699"/>
            <a:ext cx="322898" cy="4036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22444" y="2695337"/>
            <a:ext cx="5754529" cy="822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2️⃣</a:t>
            </a:r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Multi-Language &amp; Voice Personalization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8122444" y="3646884"/>
            <a:ext cx="5754529" cy="1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Expanding language support and enabling customized voice options will make the system more inclusive and adaptable for users from different regions.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53427" y="5137309"/>
            <a:ext cx="484346" cy="484346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52" y="5177671"/>
            <a:ext cx="322898" cy="4036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53039" y="5137309"/>
            <a:ext cx="5754529" cy="822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3️⃣</a:t>
            </a:r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Integration with Wearable Devices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1453039" y="6088856"/>
            <a:ext cx="5754529" cy="1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Developing compatibility with smart glasses or wearable devices can offer hands-free assistance, enhancing convenience and usability for visually impaired users.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422833" y="5137309"/>
            <a:ext cx="484346" cy="484346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557" y="5177671"/>
            <a:ext cx="322898" cy="4036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22444" y="5137309"/>
            <a:ext cx="5754529" cy="822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4️⃣</a:t>
            </a:r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Advanced AI &amp; Scene Understanding</a:t>
            </a:r>
            <a:endParaRPr lang="en-US" sz="2500" dirty="0"/>
          </a:p>
        </p:txBody>
      </p:sp>
      <p:sp>
        <p:nvSpPr>
          <p:cNvPr id="19" name="Text 13"/>
          <p:cNvSpPr/>
          <p:nvPr/>
        </p:nvSpPr>
        <p:spPr>
          <a:xfrm>
            <a:off x="8122444" y="6088856"/>
            <a:ext cx="5754529" cy="137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Enhancing YOLO and AI models to recognize complex scenes, obstacles, and contextual information will provide better navigation assistance, ensuring a safer user experience.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76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800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980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16129"/>
            <a:ext cx="4196358" cy="3995857"/>
          </a:xfrm>
          <a:prstGeom prst="roundRect">
            <a:avLst>
              <a:gd name="adj" fmla="val 851"/>
            </a:avLst>
          </a:prstGeom>
          <a:solidFill>
            <a:srgbClr val="EEE8DD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3542943"/>
            <a:ext cx="3742730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1️⃣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AI-Powered Assistance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20604" y="4544854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project successfully integrates AI-driven object detection and voice navigation, enhancing mobility and independence for visually impaired users through real-time guidance and audio feedback.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316129"/>
            <a:ext cx="4196358" cy="3995857"/>
          </a:xfrm>
          <a:prstGeom prst="roundRect">
            <a:avLst>
              <a:gd name="adj" fmla="val 851"/>
            </a:avLst>
          </a:prstGeom>
          <a:solidFill>
            <a:srgbClr val="EEE8DD"/>
          </a:solidFill>
          <a:ln/>
        </p:spPr>
      </p:sp>
      <p:sp>
        <p:nvSpPr>
          <p:cNvPr id="9" name="Text 7"/>
          <p:cNvSpPr/>
          <p:nvPr/>
        </p:nvSpPr>
        <p:spPr>
          <a:xfrm>
            <a:off x="5443776" y="3542943"/>
            <a:ext cx="3742730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2️⃣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Seamless User Experience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443776" y="4544854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combining Flask, OpenCV, YOLO-V8, and Google APIs, the system delivers an intuitive, accessible, and responsive solution tailored to user needs.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316129"/>
            <a:ext cx="4196358" cy="3995857"/>
          </a:xfrm>
          <a:prstGeom prst="roundRect">
            <a:avLst>
              <a:gd name="adj" fmla="val 851"/>
            </a:avLst>
          </a:prstGeom>
          <a:solidFill>
            <a:srgbClr val="EEE8DD"/>
          </a:solidFill>
          <a:ln/>
        </p:spPr>
      </p:sp>
      <p:sp>
        <p:nvSpPr>
          <p:cNvPr id="12" name="Text 10"/>
          <p:cNvSpPr/>
          <p:nvPr/>
        </p:nvSpPr>
        <p:spPr>
          <a:xfrm>
            <a:off x="9866948" y="3542943"/>
            <a:ext cx="3742730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3️⃣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Future Scope &amp; Impact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9866948" y="4544854"/>
            <a:ext cx="37427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project lays the foundation for further enhancements, such as edge computing for faster processing, multi-language support, and enhanced emergency features, making assistive technology more inclusive and efficient.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76" y="445770"/>
            <a:ext cx="4050387" cy="506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1341" y="1275993"/>
            <a:ext cx="6507718" cy="65077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2025-03-23T11:28:57Z</dcterms:created>
  <dcterms:modified xsi:type="dcterms:W3CDTF">2025-03-23T11:28:57Z</dcterms:modified>
</cp:coreProperties>
</file>